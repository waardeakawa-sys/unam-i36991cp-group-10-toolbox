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Set the stage: industrial mining + blasting operations need a digital revolution.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the two core pain points. Mining panels care about precision and liability — hit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app vision. Emphasize 'dual-persona' — two user types, one secure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four modules. The Predictive Engine and Forced Notification are the two highest-impact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ZERO SIGNAL TOLERANCE — this is what mining panels care most about. The local-first design is the engineering backbone.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distinct security boundaries between personas. RBAC is not just a feature — it's a compliance and safety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Thank the audience and open for questions. Re-emphasize the three headline strengths.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126480" y="182880"/>
            <a:ext cx="27432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57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GROUP 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300" kern="0" dirty="0">
                <a:solidFill>
                  <a:srgbClr val="F47C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PRO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Smart · Data-Driven Mining Operations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2880" y="425196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Assist Safety Blasting Arrangement App  |  System Requirements Specification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325880"/>
            <a:ext cx="822960" cy="82296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399032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Calculation Errors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94360" y="22860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blasting operations rely on slow, manual calculations for hole depth, drill spacing, and explosive quantities — creating critical risks of human error in the field.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846320" y="118872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74920" y="1325880"/>
            <a:ext cx="822960" cy="82296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139903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Safety Hazards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74920" y="22860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nearby residents informed and safely outside active blast zones is nearly impossible to manage effectively through conventional channels and paper-based processes.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492240" y="45720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 Master Pro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dual-persona mobile ecosystem bridging high-precision mining engineering with public community safety.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88036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5351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880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Architecture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502152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7530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502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4123944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9709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12394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Community Personas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MODULES &amp;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2588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3990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307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Blasting Engine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192024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hole depth, drill spacing &amp; explosive quantities from ≥2 known parameters using minimum variable logic.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32588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3990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307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Forced Notification System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9472" y="192024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broadcasts loud alerts &amp; vibrations to residents within the safety radius when a blast sequence is triggered.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" y="320040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27355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82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Data Management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" y="379476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operations with GPS coordinates — automatically cached &amp; synced, eliminating manual paper logging.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200400"/>
            <a:ext cx="685800" cy="6858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27355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182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GIS Mapping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19472" y="3794760"/>
            <a:ext cx="37947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integration for visual boundary marking and impact corridor analysis without on-site presence.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 w="12700">
            <a:solidFill>
              <a:srgbClr val="1D4A7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371600"/>
            <a:ext cx="1005840" cy="1005840"/>
          </a:xfrm>
          <a:prstGeom prst="ellipse">
            <a:avLst/>
          </a:prstGeom>
          <a:solidFill>
            <a:srgbClr val="0D2240"/>
          </a:solidFill>
          <a:ln w="25400">
            <a:solidFill>
              <a:srgbClr val="F47C2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08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14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 Philosophy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calculations &amp; GPS logging work with ZERO network dependency. Stores up to 500MB of map tiles and logs locally.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 w="12700">
            <a:solidFill>
              <a:srgbClr val="1D4A7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371600"/>
            <a:ext cx="1005840" cy="1005840"/>
          </a:xfrm>
          <a:prstGeom prst="ellipse">
            <a:avLst/>
          </a:prstGeom>
          <a:solidFill>
            <a:srgbClr val="0D2240"/>
          </a:solidFill>
          <a:ln w="25400">
            <a:solidFill>
              <a:srgbClr val="F47C2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514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Sync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32461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 instantly sync data to Firebase the moment a cell signal or Wi-Fi is detected.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1887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 w="12700">
            <a:solidFill>
              <a:srgbClr val="1D4A7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371600"/>
            <a:ext cx="1005840" cy="1005840"/>
          </a:xfrm>
          <a:prstGeom prst="ellipse">
            <a:avLst/>
          </a:prstGeom>
          <a:solidFill>
            <a:srgbClr val="0D2240"/>
          </a:solidFill>
          <a:ln w="25400">
            <a:solidFill>
              <a:srgbClr val="F47C2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087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514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32461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RBAC enforces data segregation — sensitive engineering analytics remain completely separate from community modules.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ACCESS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325880"/>
            <a:ext cx="1005840" cy="1005840"/>
          </a:xfrm>
          <a:prstGeom prst="ellipse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Engineer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blast calculation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blast sequences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boundary mapping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operation history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325880"/>
            <a:ext cx="1005840" cy="1005840"/>
          </a:xfrm>
          <a:prstGeom prst="ellipse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63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Worker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29718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blast schedules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safety alerts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site protocols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GPS-tagged field logging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325880"/>
            <a:ext cx="1005840" cy="1005840"/>
          </a:xfrm>
          <a:prstGeom prst="ellipse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630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Member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29718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safety alerts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zone info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engineering data access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2743200" y="27432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47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Safety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manually tracked hazards to a secure,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and safety-first digital system.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Zero-Signal Tolerance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33375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Engineering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3375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F47C20"/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 Blast Assist Safety Blasting Arrangement 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 Master Pro</dc:title>
  <dc:subject>PptxGenJS Presentation</dc:subject>
  <dc:creator>PptxGenJS</dc:creator>
  <cp:lastModifiedBy>PptxGenJS</cp:lastModifiedBy>
  <cp:revision>1</cp:revision>
  <dcterms:created xsi:type="dcterms:W3CDTF">2026-06-09T10:50:42Z</dcterms:created>
  <dcterms:modified xsi:type="dcterms:W3CDTF">2026-06-09T10:50:42Z</dcterms:modified>
</cp:coreProperties>
</file>